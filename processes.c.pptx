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3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9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77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8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4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3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9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3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3342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28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886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43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7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3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16C03-D44F-88E4-DA6F-7DEEA3C9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0" y="61876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1.FIRST &amp; SECOND ORDER STATIONARY PROCESSES</a:t>
            </a:r>
            <a:br>
              <a:rPr lang="en-IN" dirty="0"/>
            </a:br>
            <a:r>
              <a:rPr lang="en-IN" dirty="0"/>
              <a:t>2.WIDE SENSE STATIONARY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0C9C3-1036-C1B0-B036-F66585721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406" y="2989008"/>
            <a:ext cx="3544529" cy="3333136"/>
          </a:xfrm>
        </p:spPr>
        <p:txBody>
          <a:bodyPr/>
          <a:lstStyle/>
          <a:p>
            <a:r>
              <a:rPr lang="en-IN" dirty="0"/>
              <a:t>24671A0449</a:t>
            </a:r>
          </a:p>
          <a:p>
            <a:r>
              <a:rPr lang="en-IN" dirty="0"/>
              <a:t>24671A0450</a:t>
            </a:r>
          </a:p>
        </p:txBody>
      </p:sp>
    </p:spTree>
    <p:extLst>
      <p:ext uri="{BB962C8B-B14F-4D97-AF65-F5344CB8AC3E}">
        <p14:creationId xmlns:p14="http://schemas.microsoft.com/office/powerpoint/2010/main" val="357670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Stationary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random process is stationary if its statistical properties do not change with time.</a:t>
            </a:r>
          </a:p>
          <a:p>
            <a:r>
              <a:t>• Properties include mean, variance, higher moments.</a:t>
            </a:r>
          </a:p>
          <a:p>
            <a:r>
              <a:t>• Stationarity may be defined at different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First-Order Stationary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First-order stationarity: first-order PDF does not change with time.</a:t>
            </a:r>
          </a:p>
          <a:p>
            <a:r>
              <a:rPr dirty="0"/>
              <a:t>• Condition:</a:t>
            </a:r>
          </a:p>
          <a:p>
            <a:r>
              <a:rPr dirty="0"/>
              <a:t>    </a:t>
            </a:r>
            <a:r>
              <a:rPr dirty="0" err="1"/>
              <a:t>f</a:t>
            </a:r>
            <a:r>
              <a:rPr baseline="-25000" dirty="0" err="1"/>
              <a:t>X</a:t>
            </a:r>
            <a:r>
              <a:rPr dirty="0"/>
              <a:t>(x₁; t₁) = f</a:t>
            </a:r>
            <a:r>
              <a:rPr lang="en-IN" baseline="-25000" dirty="0"/>
              <a:t>X</a:t>
            </a:r>
            <a:r>
              <a:rPr dirty="0"/>
              <a:t>(x₁; t₁ + </a:t>
            </a:r>
            <a:r>
              <a:rPr dirty="0" err="1"/>
              <a:t>Δt</a:t>
            </a:r>
            <a:r>
              <a:rPr dirty="0"/>
              <a:t>)</a:t>
            </a:r>
          </a:p>
          <a:p>
            <a:r>
              <a:rPr dirty="0"/>
              <a:t>• Mean must be constant:</a:t>
            </a:r>
          </a:p>
          <a:p>
            <a:r>
              <a:rPr dirty="0"/>
              <a:t>    E[X(t)] = constant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Invariance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Let X₁ = X(t₁), X₂ = X(t₁ + </a:t>
            </a:r>
            <a:r>
              <a:rPr dirty="0" err="1"/>
              <a:t>Δt</a:t>
            </a:r>
            <a:r>
              <a:rPr dirty="0"/>
              <a:t>)</a:t>
            </a:r>
          </a:p>
          <a:p>
            <a:r>
              <a:rPr dirty="0"/>
              <a:t>• E[X₂] = ∫ x </a:t>
            </a:r>
            <a:r>
              <a:rPr dirty="0" err="1"/>
              <a:t>f_X</a:t>
            </a:r>
            <a:r>
              <a:rPr dirty="0"/>
              <a:t>(x; t₁ + </a:t>
            </a:r>
            <a:r>
              <a:rPr dirty="0" err="1"/>
              <a:t>Δt</a:t>
            </a:r>
            <a:r>
              <a:rPr dirty="0"/>
              <a:t>) dx</a:t>
            </a:r>
          </a:p>
          <a:p>
            <a:r>
              <a:rPr dirty="0"/>
              <a:t>• For first-order stationary process:</a:t>
            </a:r>
          </a:p>
          <a:p>
            <a:r>
              <a:rPr dirty="0"/>
              <a:t>    </a:t>
            </a:r>
            <a:r>
              <a:rPr dirty="0" err="1"/>
              <a:t>f</a:t>
            </a:r>
            <a:r>
              <a:rPr baseline="-25000" dirty="0" err="1"/>
              <a:t>X</a:t>
            </a:r>
            <a:r>
              <a:rPr dirty="0"/>
              <a:t>(x; t₁ + </a:t>
            </a:r>
            <a:r>
              <a:rPr dirty="0" err="1"/>
              <a:t>Δt</a:t>
            </a:r>
            <a:r>
              <a:rPr dirty="0"/>
              <a:t>) = f</a:t>
            </a:r>
            <a:r>
              <a:rPr lang="en-IN" baseline="-25000" dirty="0"/>
              <a:t>X</a:t>
            </a:r>
            <a:r>
              <a:rPr dirty="0"/>
              <a:t>(x; t₁)</a:t>
            </a:r>
          </a:p>
          <a:p>
            <a:r>
              <a:rPr dirty="0"/>
              <a:t>• Therefore:</a:t>
            </a:r>
          </a:p>
          <a:p>
            <a:r>
              <a:rPr dirty="0"/>
              <a:t>    E[X(t₁ + </a:t>
            </a:r>
            <a:r>
              <a:rPr dirty="0" err="1"/>
              <a:t>Δt</a:t>
            </a:r>
            <a:r>
              <a:rPr dirty="0"/>
              <a:t>)] = E[X(t₁)] = constant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Second-Order Stationary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Second-order stationarity: joint PDF depends only on time difference.</a:t>
            </a:r>
          </a:p>
          <a:p>
            <a:r>
              <a:rPr dirty="0"/>
              <a:t>• Condition:</a:t>
            </a:r>
          </a:p>
          <a:p>
            <a:r>
              <a:rPr dirty="0"/>
              <a:t>    </a:t>
            </a:r>
            <a:r>
              <a:rPr dirty="0" err="1"/>
              <a:t>f</a:t>
            </a:r>
            <a:r>
              <a:rPr baseline="-25000" dirty="0" err="1"/>
              <a:t>X</a:t>
            </a:r>
            <a:r>
              <a:rPr dirty="0"/>
              <a:t>(x₁, x₂; t₁, t₂) = </a:t>
            </a:r>
            <a:r>
              <a:rPr dirty="0" err="1"/>
              <a:t>f</a:t>
            </a:r>
            <a:r>
              <a:rPr baseline="-25000" dirty="0" err="1"/>
              <a:t>X</a:t>
            </a:r>
            <a:r>
              <a:rPr dirty="0"/>
              <a:t>(x₁, x₂; t₁ + </a:t>
            </a:r>
            <a:r>
              <a:rPr dirty="0" err="1"/>
              <a:t>Δt</a:t>
            </a:r>
            <a:r>
              <a:rPr dirty="0"/>
              <a:t>, t₂ + </a:t>
            </a:r>
            <a:r>
              <a:rPr dirty="0" err="1"/>
              <a:t>Δt</a:t>
            </a:r>
            <a:r>
              <a:rPr dirty="0"/>
              <a:t>)</a:t>
            </a:r>
          </a:p>
          <a:p>
            <a:r>
              <a:rPr dirty="0"/>
              <a:t>• Autocorrelation depends only on τ = t₂ - t₁:</a:t>
            </a:r>
          </a:p>
          <a:p>
            <a:r>
              <a:rPr dirty="0"/>
              <a:t>    R_XX(τ) = E[X(t₁) X(t₁ + τ)]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Wide-Sense Stationary (WSS)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 second-order stationary process is WSS.</a:t>
            </a:r>
          </a:p>
          <a:p>
            <a:r>
              <a:rPr dirty="0"/>
              <a:t>• Conditions:</a:t>
            </a:r>
          </a:p>
          <a:p>
            <a:r>
              <a:rPr dirty="0"/>
              <a:t>    1. E[X(t)] = constant</a:t>
            </a:r>
          </a:p>
          <a:p>
            <a:r>
              <a:rPr dirty="0"/>
              <a:t>    2. R</a:t>
            </a:r>
            <a:r>
              <a:rPr baseline="-25000" dirty="0"/>
              <a:t>XX</a:t>
            </a:r>
            <a:r>
              <a:rPr dirty="0"/>
              <a:t>(t, t + τ) = R</a:t>
            </a:r>
            <a:r>
              <a:rPr baseline="-25000" dirty="0"/>
              <a:t>XX</a:t>
            </a:r>
            <a:r>
              <a:rPr dirty="0"/>
              <a:t>(τ)</a:t>
            </a:r>
          </a:p>
          <a:p>
            <a:r>
              <a:rPr dirty="0"/>
              <a:t>• Autocorrelation independent of absolute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D99C-921F-7FD8-209E-27EE5F72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619" y="2644878"/>
            <a:ext cx="6347714" cy="1320800"/>
          </a:xfrm>
        </p:spPr>
        <p:txBody>
          <a:bodyPr>
            <a:normAutofit/>
          </a:bodyPr>
          <a:lstStyle/>
          <a:p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41732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339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1.FIRST &amp; SECOND ORDER STATIONARY PROCESSES 2.WIDE SENSE STATIONARY PROCESSES</vt:lpstr>
      <vt:lpstr>Stationary Processes</vt:lpstr>
      <vt:lpstr>First-Order Stationary Process</vt:lpstr>
      <vt:lpstr>Mean Invariance Proof</vt:lpstr>
      <vt:lpstr>Second-Order Stationary Process</vt:lpstr>
      <vt:lpstr>Wide-Sense Stationary (WSS)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anumula</dc:creator>
  <cp:keywords/>
  <dc:description>generated using python-pptx</dc:description>
  <cp:lastModifiedBy>Vikram Vikram</cp:lastModifiedBy>
  <cp:revision>2</cp:revision>
  <dcterms:created xsi:type="dcterms:W3CDTF">2013-01-27T09:14:16Z</dcterms:created>
  <dcterms:modified xsi:type="dcterms:W3CDTF">2025-11-14T17:47:24Z</dcterms:modified>
  <cp:category/>
</cp:coreProperties>
</file>