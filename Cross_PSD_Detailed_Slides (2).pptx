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41F061-C6C9-4018-9EB9-E8B3DDF4C6D6}" v="2" dt="2025-11-14T15:16:20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ram Vikram" userId="88de198508db5578" providerId="LiveId" clId="{1520AF9A-450F-4329-92F7-5DCBB4474296}"/>
    <pc:docChg chg="custSel modSld">
      <pc:chgData name="Vikram Vikram" userId="88de198508db5578" providerId="LiveId" clId="{1520AF9A-450F-4329-92F7-5DCBB4474296}" dt="2025-11-14T15:20:30.983" v="192" actId="20577"/>
      <pc:docMkLst>
        <pc:docMk/>
      </pc:docMkLst>
      <pc:sldChg chg="modSp">
        <pc:chgData name="Vikram Vikram" userId="88de198508db5578" providerId="LiveId" clId="{1520AF9A-450F-4329-92F7-5DCBB4474296}" dt="2025-11-14T15:16:20.518" v="4"/>
        <pc:sldMkLst>
          <pc:docMk/>
          <pc:sldMk cId="0" sldId="256"/>
        </pc:sldMkLst>
        <pc:spChg chg="mod">
          <ac:chgData name="Vikram Vikram" userId="88de198508db5578" providerId="LiveId" clId="{1520AF9A-450F-4329-92F7-5DCBB4474296}" dt="2025-11-14T15:16:20.518" v="4"/>
          <ac:spMkLst>
            <pc:docMk/>
            <pc:sldMk cId="0" sldId="256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14T15:16:20.518" v="4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14T15:16:20.518" v="4"/>
        <pc:sldMkLst>
          <pc:docMk/>
          <pc:sldMk cId="0" sldId="257"/>
        </pc:sldMkLst>
        <pc:spChg chg="mod">
          <ac:chgData name="Vikram Vikram" userId="88de198508db5578" providerId="LiveId" clId="{1520AF9A-450F-4329-92F7-5DCBB4474296}" dt="2025-11-14T15:16:20.518" v="4"/>
          <ac:spMkLst>
            <pc:docMk/>
            <pc:sldMk cId="0" sldId="257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14T15:16:20.518" v="4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Vikram Vikram" userId="88de198508db5578" providerId="LiveId" clId="{1520AF9A-450F-4329-92F7-5DCBB4474296}" dt="2025-11-14T15:20:30.983" v="192" actId="20577"/>
        <pc:sldMkLst>
          <pc:docMk/>
          <pc:sldMk cId="0" sldId="258"/>
        </pc:sldMkLst>
        <pc:spChg chg="mod">
          <ac:chgData name="Vikram Vikram" userId="88de198508db5578" providerId="LiveId" clId="{1520AF9A-450F-4329-92F7-5DCBB4474296}" dt="2025-11-14T15:16:20.518" v="4"/>
          <ac:spMkLst>
            <pc:docMk/>
            <pc:sldMk cId="0" sldId="258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14T15:20:30.983" v="192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ikram Vikram" userId="88de198508db5578" providerId="LiveId" clId="{1520AF9A-450F-4329-92F7-5DCBB4474296}" dt="2025-11-14T15:20:27.211" v="190" actId="27636"/>
        <pc:sldMkLst>
          <pc:docMk/>
          <pc:sldMk cId="0" sldId="259"/>
        </pc:sldMkLst>
        <pc:spChg chg="mod">
          <ac:chgData name="Vikram Vikram" userId="88de198508db5578" providerId="LiveId" clId="{1520AF9A-450F-4329-92F7-5DCBB4474296}" dt="2025-11-14T15:16:20.518" v="4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14T15:20:27.211" v="190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ikram Vikram" userId="88de198508db5578" providerId="LiveId" clId="{1520AF9A-450F-4329-92F7-5DCBB4474296}" dt="2025-11-14T15:20:22.002" v="184" actId="27636"/>
        <pc:sldMkLst>
          <pc:docMk/>
          <pc:sldMk cId="0" sldId="260"/>
        </pc:sldMkLst>
        <pc:spChg chg="mod">
          <ac:chgData name="Vikram Vikram" userId="88de198508db5578" providerId="LiveId" clId="{1520AF9A-450F-4329-92F7-5DCBB4474296}" dt="2025-11-14T15:16:20.518" v="4"/>
          <ac:spMkLst>
            <pc:docMk/>
            <pc:sldMk cId="0" sldId="260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14T15:20:22.002" v="184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Vikram Vikram" userId="88de198508db5578" providerId="LiveId" clId="{1520AF9A-450F-4329-92F7-5DCBB4474296}" dt="2025-11-14T15:20:12.004" v="178" actId="27636"/>
        <pc:sldMkLst>
          <pc:docMk/>
          <pc:sldMk cId="0" sldId="261"/>
        </pc:sldMkLst>
        <pc:spChg chg="mod">
          <ac:chgData name="Vikram Vikram" userId="88de198508db5578" providerId="LiveId" clId="{1520AF9A-450F-4329-92F7-5DCBB4474296}" dt="2025-11-14T15:16:20.518" v="4"/>
          <ac:spMkLst>
            <pc:docMk/>
            <pc:sldMk cId="0" sldId="261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14T15:20:12.004" v="178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Vikram Vikram" userId="88de198508db5578" providerId="LiveId" clId="{1520AF9A-450F-4329-92F7-5DCBB4474296}" dt="2025-11-14T15:19:46.507" v="173" actId="115"/>
        <pc:sldMkLst>
          <pc:docMk/>
          <pc:sldMk cId="1532382310" sldId="262"/>
        </pc:sldMkLst>
        <pc:spChg chg="mod">
          <ac:chgData name="Vikram Vikram" userId="88de198508db5578" providerId="LiveId" clId="{1520AF9A-450F-4329-92F7-5DCBB4474296}" dt="2025-11-14T15:19:46.507" v="173" actId="115"/>
          <ac:spMkLst>
            <pc:docMk/>
            <pc:sldMk cId="1532382310" sldId="262"/>
            <ac:spMk id="2" creationId="{DB9B76B6-9F3E-FFE6-912E-24420F8D7457}"/>
          </ac:spMkLst>
        </pc:spChg>
        <pc:spChg chg="mod">
          <ac:chgData name="Vikram Vikram" userId="88de198508db5578" providerId="LiveId" clId="{1520AF9A-450F-4329-92F7-5DCBB4474296}" dt="2025-11-14T15:19:35.568" v="171" actId="20577"/>
          <ac:spMkLst>
            <pc:docMk/>
            <pc:sldMk cId="1532382310" sldId="262"/>
            <ac:spMk id="3" creationId="{1E05D821-F285-F2DC-B148-7F39E08F075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38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9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93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0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82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0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5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9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5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5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7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76B6-9F3E-FFE6-912E-24420F8D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Cross power Density Spectrum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5D821-F285-F2DC-B148-7F39E08F0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PRESENTED BY:</a:t>
            </a:r>
          </a:p>
          <a:p>
            <a:pPr marL="0" indent="0">
              <a:buNone/>
            </a:pPr>
            <a:r>
              <a:rPr lang="en-US" dirty="0"/>
              <a:t>24671A0416(D.NANDINI)</a:t>
            </a:r>
          </a:p>
          <a:p>
            <a:pPr marL="0" indent="0">
              <a:buNone/>
            </a:pPr>
            <a:r>
              <a:rPr lang="en-US" dirty="0"/>
              <a:t>24671A0417(D.AKHIL)</a:t>
            </a:r>
          </a:p>
          <a:p>
            <a:pPr marL="0" indent="0">
              <a:buNone/>
            </a:pPr>
            <a:r>
              <a:rPr lang="en-US" dirty="0"/>
              <a:t>24671A0418(E.GOPINATH GOUD)</a:t>
            </a:r>
          </a:p>
          <a:p>
            <a:pPr marL="0" indent="0">
              <a:buNone/>
            </a:pPr>
            <a:r>
              <a:rPr lang="en-US" dirty="0"/>
              <a:t>24671A0419(G.SRINIVAS)</a:t>
            </a:r>
          </a:p>
          <a:p>
            <a:pPr marL="0" indent="0">
              <a:buNone/>
            </a:pPr>
            <a:r>
              <a:rPr lang="en-US" dirty="0"/>
              <a:t>24671A0420(G.SAIPALLAVI)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38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</a:t>
            </a:r>
            <a:r>
              <a:rPr dirty="0"/>
              <a:t>ross </a:t>
            </a:r>
            <a:r>
              <a:rPr lang="en-US" dirty="0"/>
              <a:t>p</a:t>
            </a:r>
            <a:r>
              <a:rPr dirty="0"/>
              <a:t>ower </a:t>
            </a:r>
            <a:r>
              <a:rPr lang="en-US" dirty="0"/>
              <a:t>d</a:t>
            </a:r>
            <a:r>
              <a:rPr dirty="0"/>
              <a:t>ensity </a:t>
            </a:r>
            <a:r>
              <a:rPr lang="en-US" dirty="0"/>
              <a:t>s</a:t>
            </a:r>
            <a:r>
              <a:rPr dirty="0"/>
              <a:t>pectrum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Cross Power Density Spectrum (CPDS) describes how power is distributed over frequency for two wide-sense stationary (WSS) random processes X(t) and Y(t).</a:t>
            </a:r>
          </a:p>
          <a:p>
            <a:r>
              <a:rPr dirty="0"/>
              <a:t>It is defined as the Fourier transform of their cross-correlation function </a:t>
            </a:r>
            <a:r>
              <a:rPr dirty="0" err="1"/>
              <a:t>R</a:t>
            </a:r>
            <a:r>
              <a:rPr baseline="-25000" dirty="0" err="1"/>
              <a:t>xy</a:t>
            </a:r>
            <a:r>
              <a:rPr dirty="0"/>
              <a:t>(τ).</a:t>
            </a:r>
          </a:p>
          <a:p>
            <a:r>
              <a:rPr dirty="0"/>
              <a:t>CPDS helps analyze frequency-domain relationships between two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Definition of Cross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dirty="0"/>
                  <a:t>Definition:</a:t>
                </a:r>
              </a:p>
              <a:p>
                <a:r>
                  <a:rPr dirty="0"/>
                  <a:t>If X</a:t>
                </a:r>
                <a:r>
                  <a:rPr lang="en-US" dirty="0"/>
                  <a:t>(t</a:t>
                </a:r>
                <a:r>
                  <a:rPr dirty="0"/>
                  <a:t>) and Y(t) are two real WSS random processes,</a:t>
                </a:r>
              </a:p>
              <a:p>
                <a:r>
                  <a:rPr dirty="0" err="1"/>
                  <a:t>S</a:t>
                </a:r>
                <a14:m>
                  <m:oMath xmlns:m="http://schemas.openxmlformats.org/officeDocument/2006/math">
                    <m:r>
                      <a:rPr lang="en-IN" sz="14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dirty="0"/>
                  <a:t>(ω) = ∫ </a:t>
                </a:r>
                <a:r>
                  <a:rPr dirty="0" err="1"/>
                  <a:t>R</a:t>
                </a:r>
                <a:r>
                  <a:rPr baseline="-25000" dirty="0" err="1"/>
                  <a:t>xy</a:t>
                </a:r>
                <a:r>
                  <a:rPr dirty="0"/>
                  <a:t>(τ) e^{-</a:t>
                </a:r>
                <a:r>
                  <a:rPr dirty="0" err="1"/>
                  <a:t>jωτ</a:t>
                </a:r>
                <a:r>
                  <a:rPr dirty="0"/>
                  <a:t>} </a:t>
                </a:r>
                <a:r>
                  <a:rPr dirty="0" err="1"/>
                  <a:t>dτ</a:t>
                </a:r>
                <a:endParaRPr dirty="0"/>
              </a:p>
              <a:p>
                <a:r>
                  <a:rPr dirty="0"/>
                  <a:t>S</a:t>
                </a:r>
                <a:r>
                  <a:rPr sz="1200" dirty="0"/>
                  <a:t>yx</a:t>
                </a:r>
                <a:r>
                  <a:rPr dirty="0"/>
                  <a:t>(ω) = ∫</a:t>
                </a:r>
                <a:r>
                  <a:rPr lang="en-US" dirty="0" err="1"/>
                  <a:t>R</a:t>
                </a:r>
                <a:r>
                  <a:rPr baseline="-25000" dirty="0" err="1"/>
                  <a:t>yx</a:t>
                </a:r>
                <a:r>
                  <a:rPr dirty="0"/>
                  <a:t>(τ) e^{-</a:t>
                </a:r>
                <a:r>
                  <a:rPr dirty="0" err="1"/>
                  <a:t>jωτ</a:t>
                </a:r>
                <a:r>
                  <a:rPr dirty="0"/>
                  <a:t>} </a:t>
                </a:r>
                <a:r>
                  <a:rPr dirty="0" err="1"/>
                  <a:t>dτ</a:t>
                </a:r>
                <a:endParaRPr dirty="0"/>
              </a:p>
              <a:p>
                <a:r>
                  <a:rPr dirty="0"/>
                  <a:t>where </a:t>
                </a:r>
                <a:r>
                  <a:rPr dirty="0" err="1"/>
                  <a:t>S</a:t>
                </a:r>
                <a:r>
                  <a:rPr baseline="-25000" dirty="0" err="1"/>
                  <a:t>xy</a:t>
                </a:r>
                <a:r>
                  <a:rPr dirty="0"/>
                  <a:t>(ω) is the cross PSD and </a:t>
                </a:r>
                <a:r>
                  <a:rPr dirty="0" err="1"/>
                  <a:t>R</a:t>
                </a:r>
                <a:r>
                  <a:rPr baseline="-25000" dirty="0" err="1"/>
                  <a:t>xy</a:t>
                </a:r>
                <a:r>
                  <a:rPr dirty="0"/>
                  <a:t>(τ) is the cross-correlation.</a:t>
                </a:r>
              </a:p>
              <a:p>
                <a:r>
                  <a:rPr dirty="0"/>
                  <a:t>CPDS shows similarity between signals at different frequencies.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54" t="-872" r="-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Fourier Transform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Cross PSD and cross-correlation form a Fourier-transform pair:</a:t>
            </a:r>
          </a:p>
          <a:p>
            <a:r>
              <a:rPr dirty="0" err="1"/>
              <a:t>R</a:t>
            </a:r>
            <a:r>
              <a:rPr baseline="-25000" dirty="0" err="1"/>
              <a:t>xy</a:t>
            </a:r>
            <a:r>
              <a:rPr dirty="0"/>
              <a:t>(τ) = (1 / 2π) ∫ </a:t>
            </a:r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 e^{</a:t>
            </a:r>
            <a:r>
              <a:rPr dirty="0" err="1"/>
              <a:t>jωτ</a:t>
            </a:r>
            <a:r>
              <a:rPr dirty="0"/>
              <a:t>} </a:t>
            </a:r>
            <a:r>
              <a:rPr dirty="0" err="1"/>
              <a:t>dω</a:t>
            </a:r>
            <a:endParaRPr dirty="0"/>
          </a:p>
          <a:p>
            <a:r>
              <a:rPr dirty="0" err="1"/>
              <a:t>R</a:t>
            </a:r>
            <a:r>
              <a:rPr baseline="-25000" dirty="0" err="1"/>
              <a:t>yx</a:t>
            </a:r>
            <a:r>
              <a:rPr dirty="0"/>
              <a:t>(τ) = (1 / 2π) ∫ S</a:t>
            </a:r>
            <a:r>
              <a:rPr baseline="-25000" dirty="0"/>
              <a:t>yx</a:t>
            </a:r>
            <a:r>
              <a:rPr dirty="0"/>
              <a:t>(ω) e^{</a:t>
            </a:r>
            <a:r>
              <a:rPr dirty="0" err="1"/>
              <a:t>jωτ</a:t>
            </a:r>
            <a:r>
              <a:rPr dirty="0"/>
              <a:t>} </a:t>
            </a:r>
            <a:r>
              <a:rPr dirty="0" err="1"/>
              <a:t>dω</a:t>
            </a:r>
            <a:endParaRPr dirty="0"/>
          </a:p>
          <a:p>
            <a:r>
              <a:rPr dirty="0"/>
              <a:t>CPDS can also be defined using Fourier transforms of truncated signals X_T(ω), Y_T(ω):</a:t>
            </a:r>
          </a:p>
          <a:p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 = </a:t>
            </a:r>
            <a:r>
              <a:rPr dirty="0" err="1"/>
              <a:t>lim</a:t>
            </a:r>
            <a:r>
              <a:rPr baseline="-25000" dirty="0"/>
              <a:t>(T→∞) </a:t>
            </a:r>
            <a:r>
              <a:rPr dirty="0"/>
              <a:t>E[X</a:t>
            </a:r>
            <a:r>
              <a:rPr lang="en-US" baseline="-25000" dirty="0"/>
              <a:t>T</a:t>
            </a:r>
            <a:r>
              <a:rPr dirty="0"/>
              <a:t>*(ω)Y</a:t>
            </a:r>
            <a:r>
              <a:rPr lang="en-US" baseline="-25000" dirty="0"/>
              <a:t>T</a:t>
            </a:r>
            <a:r>
              <a:rPr dirty="0"/>
              <a:t>(ω)] / (2T)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Cross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Average Cross Power:</a:t>
            </a:r>
          </a:p>
          <a:p>
            <a:r>
              <a:rPr dirty="0" err="1"/>
              <a:t>P</a:t>
            </a:r>
            <a:r>
              <a:rPr baseline="-25000" dirty="0" err="1"/>
              <a:t>xy</a:t>
            </a:r>
            <a:r>
              <a:rPr baseline="-25000" dirty="0"/>
              <a:t> </a:t>
            </a:r>
            <a:r>
              <a:rPr dirty="0"/>
              <a:t>= </a:t>
            </a:r>
            <a:r>
              <a:rPr dirty="0" err="1"/>
              <a:t>lim</a:t>
            </a:r>
            <a:r>
              <a:rPr baseline="-25000" dirty="0"/>
              <a:t>(T→∞) </a:t>
            </a:r>
            <a:r>
              <a:rPr dirty="0"/>
              <a:t>(1 / 2T) ∫ x(t) y(t) dt</a:t>
            </a:r>
          </a:p>
          <a:p>
            <a:r>
              <a:rPr dirty="0"/>
              <a:t>For WSS processes:</a:t>
            </a:r>
          </a:p>
          <a:p>
            <a:r>
              <a:rPr dirty="0" err="1"/>
              <a:t>P</a:t>
            </a:r>
            <a:r>
              <a:rPr baseline="-25000" dirty="0" err="1"/>
              <a:t>xy</a:t>
            </a:r>
            <a:r>
              <a:rPr dirty="0"/>
              <a:t> = </a:t>
            </a:r>
            <a:r>
              <a:rPr dirty="0" err="1"/>
              <a:t>R</a:t>
            </a:r>
            <a:r>
              <a:rPr baseline="-25000" dirty="0" err="1"/>
              <a:t>xy</a:t>
            </a:r>
            <a:r>
              <a:rPr dirty="0"/>
              <a:t>(0)</a:t>
            </a:r>
          </a:p>
          <a:p>
            <a:r>
              <a:rPr dirty="0"/>
              <a:t>Also:</a:t>
            </a:r>
          </a:p>
          <a:p>
            <a:r>
              <a:rPr dirty="0" err="1"/>
              <a:t>P</a:t>
            </a:r>
            <a:r>
              <a:rPr baseline="-25000" dirty="0" err="1"/>
              <a:t>xy</a:t>
            </a:r>
            <a:r>
              <a:rPr dirty="0"/>
              <a:t> = (1 / 2π) ∫ </a:t>
            </a:r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 </a:t>
            </a:r>
            <a:r>
              <a:rPr dirty="0" err="1"/>
              <a:t>dω</a:t>
            </a:r>
            <a:endParaRPr dirty="0"/>
          </a:p>
          <a:p>
            <a:r>
              <a:rPr dirty="0"/>
              <a:t>Average cross power represents the total shared power between two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Cross PSD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Property 1:</a:t>
            </a:r>
          </a:p>
          <a:p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 = S</a:t>
            </a:r>
            <a:r>
              <a:rPr baseline="-25000" dirty="0"/>
              <a:t>yx</a:t>
            </a:r>
            <a:r>
              <a:rPr dirty="0"/>
              <a:t>(-ω) = S*</a:t>
            </a:r>
            <a:r>
              <a:rPr baseline="-25000" dirty="0" err="1"/>
              <a:t>yx</a:t>
            </a:r>
            <a:r>
              <a:rPr dirty="0"/>
              <a:t>(ω)</a:t>
            </a:r>
          </a:p>
          <a:p>
            <a:r>
              <a:rPr dirty="0"/>
              <a:t>This expresses symmetry between cross PSDs.</a:t>
            </a:r>
          </a:p>
          <a:p>
            <a:r>
              <a:rPr dirty="0"/>
              <a:t>Property 2:</a:t>
            </a:r>
          </a:p>
          <a:p>
            <a:r>
              <a:rPr dirty="0"/>
              <a:t>The real parts Re[</a:t>
            </a:r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(ω)] and Re[S</a:t>
            </a:r>
            <a:r>
              <a:rPr baseline="-25000" dirty="0"/>
              <a:t>yx</a:t>
            </a:r>
            <a:r>
              <a:rPr dirty="0"/>
              <a:t>(ω)] are even functions of ω.</a:t>
            </a:r>
          </a:p>
          <a:p>
            <a:r>
              <a:rPr dirty="0"/>
              <a:t>Real part representation:</a:t>
            </a:r>
          </a:p>
          <a:p>
            <a:r>
              <a:rPr dirty="0"/>
              <a:t>Re[</a:t>
            </a:r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(ω)] = </a:t>
            </a:r>
            <a:r>
              <a:rPr lang="en-IN" dirty="0"/>
              <a:t>∫ </a:t>
            </a:r>
            <a:r>
              <a:rPr lang="en-IN" dirty="0" err="1"/>
              <a:t>R</a:t>
            </a:r>
            <a:r>
              <a:rPr lang="en-IN" baseline="-25000" dirty="0" err="1"/>
              <a:t>xy</a:t>
            </a:r>
            <a:r>
              <a:rPr lang="el-GR" dirty="0"/>
              <a:t> (τ)</a:t>
            </a:r>
            <a:r>
              <a:rPr lang="en-US" dirty="0"/>
              <a:t>cos</a:t>
            </a:r>
            <a:r>
              <a:rPr lang="el-GR" dirty="0"/>
              <a:t> ω</a:t>
            </a:r>
            <a:r>
              <a:rPr lang="en-US" dirty="0"/>
              <a:t>d</a:t>
            </a:r>
            <a:r>
              <a:rPr lang="el-GR" dirty="0"/>
              <a:t>τ</a:t>
            </a:r>
            <a:endParaRPr dirty="0"/>
          </a:p>
          <a:p>
            <a:r>
              <a:rPr dirty="0"/>
              <a:t>Evenness indicates symmetric frequency behavior in magnitude.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Properties of Cross PSD</a:t>
            </a:r>
            <a:r>
              <a:rPr lang="en-US" dirty="0"/>
              <a:t> </a:t>
            </a:r>
            <a:r>
              <a:rPr dirty="0"/>
              <a:t>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Property 3:</a:t>
            </a:r>
          </a:p>
          <a:p>
            <a:r>
              <a:rPr dirty="0"/>
              <a:t>The imaginary parts </a:t>
            </a:r>
            <a:r>
              <a:rPr dirty="0" err="1"/>
              <a:t>Im</a:t>
            </a:r>
            <a:r>
              <a:rPr dirty="0"/>
              <a:t>[</a:t>
            </a:r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(ω)] and </a:t>
            </a:r>
            <a:r>
              <a:rPr dirty="0" err="1"/>
              <a:t>Im</a:t>
            </a:r>
            <a:r>
              <a:rPr dirty="0"/>
              <a:t>[S</a:t>
            </a:r>
            <a:r>
              <a:rPr baseline="-25000" dirty="0"/>
              <a:t>yx</a:t>
            </a:r>
            <a:r>
              <a:rPr dirty="0"/>
              <a:t>(ω)] are odd functions of ω.</a:t>
            </a:r>
          </a:p>
          <a:p>
            <a:r>
              <a:rPr dirty="0"/>
              <a:t>They represent asymmetric phase-related frequency behavior.</a:t>
            </a:r>
          </a:p>
          <a:p>
            <a:r>
              <a:rPr dirty="0"/>
              <a:t>Property 4:</a:t>
            </a:r>
          </a:p>
          <a:p>
            <a:r>
              <a:rPr dirty="0"/>
              <a:t>If x(t) and y(t) are orthogonal,</a:t>
            </a:r>
          </a:p>
          <a:p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 = 0 and S</a:t>
            </a:r>
            <a:r>
              <a:rPr baseline="-25000" dirty="0"/>
              <a:t>yx</a:t>
            </a:r>
            <a:r>
              <a:rPr dirty="0"/>
              <a:t>(ω) = 0.</a:t>
            </a:r>
          </a:p>
          <a:p>
            <a:r>
              <a:rPr dirty="0"/>
              <a:t>Property 5:</a:t>
            </a:r>
          </a:p>
          <a:p>
            <a:r>
              <a:rPr dirty="0"/>
              <a:t>If uncorrelated with constant means X̄ and Ȳ:</a:t>
            </a:r>
          </a:p>
          <a:p>
            <a:r>
              <a:rPr dirty="0" err="1"/>
              <a:t>S</a:t>
            </a:r>
            <a:r>
              <a:rPr baseline="-25000" dirty="0" err="1"/>
              <a:t>xy</a:t>
            </a:r>
            <a:r>
              <a:rPr dirty="0"/>
              <a:t>(ω) = 2π X̄ Ȳ </a:t>
            </a:r>
            <a:r>
              <a:rPr dirty="0" err="1"/>
              <a:t>S</a:t>
            </a:r>
            <a:r>
              <a:rPr baseline="-25000" dirty="0" err="1"/>
              <a:t>xx</a:t>
            </a:r>
            <a:r>
              <a:rPr dirty="0"/>
              <a:t>(ω)</a:t>
            </a:r>
          </a:p>
          <a:p>
            <a:r>
              <a:rPr dirty="0"/>
              <a:t>This links cross PSD with auto-power spectral density.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55</TotalTime>
  <Words>543</Words>
  <Application>Microsoft Office PowerPoint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Gill Sans MT</vt:lpstr>
      <vt:lpstr>Parcel</vt:lpstr>
      <vt:lpstr>Cross power Density Spectrum</vt:lpstr>
      <vt:lpstr>What is cross power density spectrum </vt:lpstr>
      <vt:lpstr>Definition of Cross </vt:lpstr>
      <vt:lpstr>Fourier Transform Relations</vt:lpstr>
      <vt:lpstr>Average Cross Power</vt:lpstr>
      <vt:lpstr>Properties of Cross PSD – Part 1</vt:lpstr>
      <vt:lpstr>Properties of Cross PSD – Part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anumula</dc:creator>
  <cp:keywords/>
  <dc:description>generated using python-pptx</dc:description>
  <cp:lastModifiedBy>Vikram Vikram</cp:lastModifiedBy>
  <cp:revision>2</cp:revision>
  <dcterms:created xsi:type="dcterms:W3CDTF">2013-01-27T09:14:16Z</dcterms:created>
  <dcterms:modified xsi:type="dcterms:W3CDTF">2025-11-14T15:20:37Z</dcterms:modified>
  <cp:category/>
</cp:coreProperties>
</file>