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DE9ED-EDFA-4A92-8482-1E4B5088E241}" v="17" dt="2025-11-26T16:46:46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Vikram" userId="88de198508db5578" providerId="LiveId" clId="{1520AF9A-450F-4329-92F7-5DCBB4474296}"/>
    <pc:docChg chg="custSel modSld">
      <pc:chgData name="Vikram Vikram" userId="88de198508db5578" providerId="LiveId" clId="{1520AF9A-450F-4329-92F7-5DCBB4474296}" dt="2025-11-26T16:47:13.873" v="78" actId="14100"/>
      <pc:docMkLst>
        <pc:docMk/>
      </pc:docMkLst>
      <pc:sldChg chg="modSp mod">
        <pc:chgData name="Vikram Vikram" userId="88de198508db5578" providerId="LiveId" clId="{1520AF9A-450F-4329-92F7-5DCBB4474296}" dt="2025-11-26T16:47:13.873" v="78" actId="14100"/>
        <pc:sldMkLst>
          <pc:docMk/>
          <pc:sldMk cId="0" sldId="256"/>
        </pc:sldMkLst>
        <pc:spChg chg="mod">
          <ac:chgData name="Vikram Vikram" userId="88de198508db5578" providerId="LiveId" clId="{1520AF9A-450F-4329-92F7-5DCBB4474296}" dt="2025-11-26T16:46:46.243" v="52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7:13.873" v="78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57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58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59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kram Vikram" userId="88de198508db5578" providerId="LiveId" clId="{1520AF9A-450F-4329-92F7-5DCBB4474296}" dt="2025-11-26T16:46:46.171" v="51"/>
        <pc:sldMkLst>
          <pc:docMk/>
          <pc:sldMk cId="0" sldId="260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0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2:24.129" v="3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61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62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63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3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6:46:46.171" v="51"/>
        <pc:sldMkLst>
          <pc:docMk/>
          <pc:sldMk cId="0" sldId="264"/>
        </pc:sldMkLst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6:46:46.171" v="51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43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1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1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5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5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9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2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8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9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027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60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836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30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80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0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5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  <p:sldLayoutId id="2147483928" r:id="rId15"/>
    <p:sldLayoutId id="21474839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Architecture of a Database Management System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1280890"/>
          </a:xfrm>
        </p:spPr>
        <p:txBody>
          <a:bodyPr>
            <a:normAutofit/>
          </a:bodyPr>
          <a:lstStyle/>
          <a:p>
            <a:r>
              <a:rPr lang="en-US" sz="2800" dirty="0"/>
              <a:t>.s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DBMS is software that manages data, databases, and users.</a:t>
            </a:r>
          </a:p>
          <a:p>
            <a:pPr lvl="1"/>
            <a:r>
              <a:t>Provides a systematic and organized way of storing, retrieving, and managing data.</a:t>
            </a:r>
          </a:p>
          <a:p>
            <a:pPr lvl="1"/>
            <a:r>
              <a:t>Ensures security, consistency, integrity, and performance.</a:t>
            </a:r>
          </a:p>
          <a:p>
            <a:pPr lvl="1"/>
            <a:r>
              <a:t>Follows a layered architecture to simplify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main levels of DBMS architecture:</a:t>
            </a:r>
          </a:p>
          <a:p>
            <a:pPr lvl="1"/>
            <a:r>
              <a:t>1. External Level (View Level)</a:t>
            </a:r>
          </a:p>
          <a:p>
            <a:pPr lvl="1"/>
            <a:r>
              <a:t>2. Conceptual Level (Logical Level)</a:t>
            </a:r>
          </a:p>
          <a:p>
            <a:pPr lvl="1"/>
            <a:r>
              <a:t>3. Internal Level (Physical Level)</a:t>
            </a:r>
          </a:p>
          <a:p>
            <a:pPr lvl="1"/>
            <a:r>
              <a:t>This is known as the Three-Schema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Level (View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different user views of the same database.</a:t>
            </a:r>
          </a:p>
          <a:p>
            <a:pPr lvl="1"/>
            <a:r>
              <a:t>Ensures security by restricting access to specific data.</a:t>
            </a:r>
          </a:p>
          <a:p>
            <a:pPr lvl="1"/>
            <a:r>
              <a:t>Each user interacts only with the data they need.</a:t>
            </a:r>
          </a:p>
          <a:p>
            <a:pPr lvl="1"/>
            <a:r>
              <a:t>Hides internal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Level (Logical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133600"/>
            <a:ext cx="7678340" cy="3777622"/>
          </a:xfrm>
        </p:spPr>
        <p:txBody>
          <a:bodyPr/>
          <a:lstStyle/>
          <a:p>
            <a:r>
              <a:rPr lang="en-US" dirty="0"/>
              <a:t>   </a:t>
            </a:r>
            <a:r>
              <a:rPr dirty="0"/>
              <a:t>Represents the entire database structure.</a:t>
            </a:r>
          </a:p>
          <a:p>
            <a:pPr lvl="1"/>
            <a:r>
              <a:rPr dirty="0"/>
              <a:t>Defines entities, relationships, constraints, and data types.</a:t>
            </a:r>
          </a:p>
          <a:p>
            <a:pPr lvl="1"/>
            <a:r>
              <a:rPr dirty="0"/>
              <a:t>Independent of physical storage.</a:t>
            </a:r>
            <a:r>
              <a:rPr lang="en-US" dirty="0"/>
              <a:t> </a:t>
            </a:r>
          </a:p>
          <a:p>
            <a:pPr lvl="1"/>
            <a:r>
              <a:rPr lang="en-US"/>
              <a:t> Represents the entire database structure.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Level (Physical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Deals with how data is actually stored in memory/disks.</a:t>
            </a:r>
          </a:p>
          <a:p>
            <a:pPr lvl="1"/>
            <a:r>
              <a:t>Includes file structures, indexes, hashing, data compression.</a:t>
            </a:r>
          </a:p>
          <a:p>
            <a:pPr lvl="1"/>
            <a:r>
              <a:t>Focuses on performance and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Components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Processor</a:t>
            </a:r>
          </a:p>
          <a:p>
            <a:pPr lvl="1"/>
            <a:r>
              <a:t>Storage Manager</a:t>
            </a:r>
          </a:p>
          <a:p>
            <a:pPr lvl="1"/>
            <a:r>
              <a:t>Transaction Manager</a:t>
            </a:r>
          </a:p>
          <a:p>
            <a:pPr lvl="1"/>
            <a:r>
              <a:t>Buffer Manager</a:t>
            </a:r>
          </a:p>
          <a:p>
            <a:pPr lvl="1"/>
            <a:r>
              <a:t>Metadata Catalog</a:t>
            </a:r>
          </a:p>
          <a:p>
            <a:pPr lvl="1"/>
            <a:r>
              <a:t>Authorization &amp; Security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Storage, Retrieval &amp; Update</a:t>
            </a:r>
          </a:p>
          <a:p>
            <a:pPr lvl="1"/>
            <a:r>
              <a:t>Transaction Management (ACID properties)</a:t>
            </a:r>
          </a:p>
          <a:p>
            <a:pPr lvl="1"/>
            <a:r>
              <a:t>Concurrency Control</a:t>
            </a:r>
          </a:p>
          <a:p>
            <a:pPr lvl="1"/>
            <a:r>
              <a:t>Backup &amp; Recovery</a:t>
            </a:r>
          </a:p>
          <a:p>
            <a:pPr lvl="1"/>
            <a:r>
              <a:t>Security &amp; Authorization</a:t>
            </a:r>
          </a:p>
          <a:p>
            <a:pPr lvl="1"/>
            <a:r>
              <a:t>Data Integrity Enforcement</a:t>
            </a:r>
          </a:p>
          <a:p>
            <a:pPr lvl="1"/>
            <a:r>
              <a:t>Data Independence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DBMS architecture consists of three levels: external, conceptual, internal.</a:t>
            </a:r>
          </a:p>
          <a:p>
            <a:pPr lvl="1"/>
            <a:r>
              <a:t>Components work together to ensure: efficient data storage, secure access, high performance, reliability and data integrity.</a:t>
            </a:r>
          </a:p>
          <a:p>
            <a:pPr lvl="1"/>
            <a:r>
              <a:t>DBMS is essential for modern applications requiring structured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</TotalTime>
  <Words>304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Architecture of a Database Management System (DBMS)</vt:lpstr>
      <vt:lpstr>Introduction to DBMS</vt:lpstr>
      <vt:lpstr>DBMS Architecture Overview</vt:lpstr>
      <vt:lpstr>External Level (View Level)</vt:lpstr>
      <vt:lpstr>Conceptual Level (Logical Level)</vt:lpstr>
      <vt:lpstr>Internal Level (Physical Level)</vt:lpstr>
      <vt:lpstr>Major Components of DBMS</vt:lpstr>
      <vt:lpstr>Functions of DBMS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Vikram</cp:lastModifiedBy>
  <cp:revision>1</cp:revision>
  <dcterms:created xsi:type="dcterms:W3CDTF">2013-01-27T09:14:16Z</dcterms:created>
  <dcterms:modified xsi:type="dcterms:W3CDTF">2025-11-26T16:47:19Z</dcterms:modified>
  <cp:category/>
</cp:coreProperties>
</file>